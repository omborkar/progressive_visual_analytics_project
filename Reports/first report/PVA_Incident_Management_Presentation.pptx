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Progressive Visual Analytics</a:t>
            </a:r>
          </a:p>
          <a:p>
            <a:r>
              <a:t>Incident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Project</a:t>
            </a:r>
          </a:p>
          <a:p>
            <a:r>
              <a:t>Dataset: Incident Management Event Log</a:t>
            </a:r>
          </a:p>
          <a:p>
            <a:r>
              <a:t>Technique: PVA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Incident logs are large</a:t>
            </a:r>
          </a:p>
          <a:p>
            <a:r>
              <a:t>• Batch analytics delays insight</a:t>
            </a:r>
          </a:p>
          <a:p>
            <a:r>
              <a:t>• No interaction during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Event-based incident logs</a:t>
            </a:r>
          </a:p>
          <a:p>
            <a:r>
              <a:t>• Multiple events per incident</a:t>
            </a:r>
          </a:p>
          <a:p>
            <a:r>
              <a:t>• Incident ID: number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Progressive Visual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processed incrementally</a:t>
            </a:r>
          </a:p>
          <a:p>
            <a:r>
              <a:t>• Partial results early</a:t>
            </a:r>
          </a:p>
          <a:p>
            <a:r>
              <a:t>• Continuous visualization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CSV File → Chunk Loading → Incremental Counting → Progressive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Early insight after few chunks</a:t>
            </a:r>
          </a:p>
          <a:p>
            <a:r>
              <a:t>• Progressive refinement</a:t>
            </a:r>
          </a:p>
          <a:p>
            <a:r>
              <a:t>• Final convergence at 29 chunks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time-to-insight</a:t>
            </a:r>
          </a:p>
          <a:p>
            <a:r>
              <a:t>• Human-in-the-loop analytics</a:t>
            </a:r>
          </a:p>
          <a:p>
            <a:r>
              <a:t>• Suitable for incident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